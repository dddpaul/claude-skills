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0" y="1828800"/>
            <a:ext cx="1371600" cy="731520"/>
          </a:xfrm>
          <a:prstGeom prst="rect">
            <a:avLst/>
          </a:prstGeom>
          <a:solidFill>
            <a:srgbClr val="2196F3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2026-06-20T21:34:27Z</dcterms:created>
  <dcterms:modified xsi:type="dcterms:W3CDTF">2026-06-20T21:34:27Z</dcterms:modified>
</cp:coreProperties>
</file>