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0" y="777240"/>
            <a:ext cx="9144000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0"/>
            <a:ext cx="844357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2026-06-20T21:17:55Z</dcterms:created>
  <dcterms:modified xsi:type="dcterms:W3CDTF">2026-06-20T21:17:55Z</dcterms:modified>
</cp:coreProperties>
</file>