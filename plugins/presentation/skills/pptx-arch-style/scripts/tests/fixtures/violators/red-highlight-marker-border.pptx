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743200" y="1828800"/>
            <a:ext cx="1828800" cy="914400"/>
          </a:xfrm>
          <a:prstGeom prst="roundRect">
            <a:avLst>
              <a:gd name="adj" fmla="val 10000"/>
            </a:avLst>
          </a:prstGeom>
          <a:ln w="6350">
            <a:solidFill>
              <a:srgbClr val="FF00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2026-06-20T21:17:55Z</dcterms:created>
  <dcterms:modified xsi:type="dcterms:W3CDTF">2026-06-20T21:17:55Z</dcterms:modified>
</cp:coreProperties>
</file>