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0" y="1371600"/>
            <a:ext cx="0" cy="91440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2286000"/>
            <a:ext cx="22860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2026-06-20T21:34:27Z</dcterms:created>
  <dcterms:modified xsi:type="dcterms:W3CDTF">2026-06-20T21:34:27Z</dcterms:modified>
</cp:coreProperties>
</file>