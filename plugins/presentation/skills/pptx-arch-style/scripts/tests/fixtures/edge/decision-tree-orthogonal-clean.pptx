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&lt;!--arch-style:title--&gt;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&lt;!--arch-style:section--&gt;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&lt;!--arch-style:content--&gt;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1097280"/>
            <a:ext cx="76809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3F3F3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Title Slide Main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210312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50" dirty="0">
                <a:solidFill>
                  <a:srgbClr val="EFEFE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Section Divider</a:t>
            </a:r>
            <a:endParaRPr lang="en-US" sz="4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0" y="457200"/>
            <a:ext cx="9144000" cy="38405"/>
          </a:xfrm>
          <a:prstGeom prst="rect">
            <a:avLst/>
          </a:prstGeom>
          <a:solidFill>
            <a:srgbClr val="F12D16"/>
          </a:solidFill>
          <a:ln/>
        </p:spPr>
      </p:sp>
      <p:sp>
        <p:nvSpPr>
          <p:cNvPr id="6" name="Text 3"/>
          <p:cNvSpPr/>
          <p:nvPr/>
        </p:nvSpPr>
        <p:spPr>
          <a:xfrm>
            <a:off x="685800" y="0"/>
            <a:ext cx="8443570" cy="5724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Slide Title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548640" y="8229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Body text in approved font and size.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2743200" y="1371600"/>
            <a:ext cx="0" cy="91440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743200" y="2286000"/>
            <a:ext cx="2286000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2026-06-20T17:03:18Z</dcterms:created>
  <dcterms:modified xsi:type="dcterms:W3CDTF">2026-06-20T17:03:18Z</dcterms:modified>
</cp:coreProperties>
</file>