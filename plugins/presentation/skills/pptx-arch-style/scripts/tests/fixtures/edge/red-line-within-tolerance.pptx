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2743" y="779983"/>
            <a:ext cx="9141257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