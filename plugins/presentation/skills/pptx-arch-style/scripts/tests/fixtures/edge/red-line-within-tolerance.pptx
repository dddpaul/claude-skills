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&lt;!--arch-style:title--&gt;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&lt;!--arch-style:section--&gt;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&lt;!--arch-style:content--&gt;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12D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731520" y="1097280"/>
            <a:ext cx="768096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5200" b="1" dirty="0">
                <a:solidFill>
                  <a:srgbClr val="F3F3F3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Title Slide Main</a:t>
            </a:r>
            <a:endParaRPr lang="en-US" sz="5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12D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731520" y="2103120"/>
            <a:ext cx="7680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50" dirty="0">
                <a:solidFill>
                  <a:srgbClr val="EFEFEF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Section Divider</a:t>
            </a:r>
            <a:endParaRPr lang="en-US" sz="4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0" y="0"/>
            <a:ext cx="453542" cy="473659"/>
          </a:xfrm>
          <a:prstGeom prst="rect">
            <a:avLst/>
          </a:prstGeom>
          <a:solidFill>
            <a:srgbClr val="595959"/>
          </a:solidFill>
          <a:ln w="12700">
            <a:solidFill>
              <a:srgbClr val="595959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0" y="0"/>
            <a:ext cx="453542" cy="47365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5" name="Shape 2"/>
          <p:cNvSpPr/>
          <p:nvPr/>
        </p:nvSpPr>
        <p:spPr>
          <a:xfrm>
            <a:off x="2743" y="459943"/>
            <a:ext cx="9141257" cy="38405"/>
          </a:xfrm>
          <a:prstGeom prst="rect">
            <a:avLst/>
          </a:prstGeom>
          <a:solidFill>
            <a:srgbClr val="F12D16"/>
          </a:solidFill>
          <a:ln/>
        </p:spPr>
      </p:sp>
      <p:sp>
        <p:nvSpPr>
          <p:cNvPr id="6" name="Text 3"/>
          <p:cNvSpPr/>
          <p:nvPr/>
        </p:nvSpPr>
        <p:spPr>
          <a:xfrm>
            <a:off x="685800" y="0"/>
            <a:ext cx="8443570" cy="57241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Content Slide Title</a:t>
            </a:r>
            <a:endParaRPr lang="en-US" sz="2400" dirty="0"/>
          </a:p>
        </p:txBody>
      </p:sp>
      <p:sp>
        <p:nvSpPr>
          <p:cNvPr id="7" name="Text 4"/>
          <p:cNvSpPr/>
          <p:nvPr/>
        </p:nvSpPr>
        <p:spPr>
          <a:xfrm>
            <a:off x="548640" y="719633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000000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Body text in approved font and size.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2026-06-21T06:27:53Z</dcterms:created>
  <dcterms:modified xsi:type="dcterms:W3CDTF">2026-06-21T06:27:53Z</dcterms:modified>
</cp:coreProperties>
</file>