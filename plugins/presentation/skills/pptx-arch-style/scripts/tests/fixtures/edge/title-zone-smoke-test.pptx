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77724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title — 1 line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85800" y="822960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Subtitle line — sits under the red line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77724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Рекомендация: Путь 1 — Camunda 8 как отдельная информационная система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85800" y="822960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Subtitle line — under wrapped 2-line title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2026-06-20T21:34:27Z</dcterms:created>
  <dcterms:modified xsi:type="dcterms:W3CDTF">2026-06-20T21:34:27Z</dcterms:modified>
</cp:coreProperties>
</file>