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0" y="3383280"/>
            <a:ext cx="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