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45720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title — 1 line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719633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45720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Рекомендация: Путь 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719633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" y="5029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Camunda 8 как отдельная информационная система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2026-06-21T06:27:53Z</dcterms:created>
  <dcterms:modified xsi:type="dcterms:W3CDTF">2026-06-21T06:27:53Z</dcterms:modified>
</cp:coreProperties>
</file>