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371600"/>
            <a:ext cx="0" cy="9144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2286000"/>
            <a:ext cx="22860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