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1828800" cy="914400"/>
          </a:xfrm>
          <a:prstGeom prst="roundRect">
            <a:avLst>
              <a:gd name="adj" fmla="val 10000"/>
            </a:avLst>
          </a:prstGeom>
          <a:ln w="635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