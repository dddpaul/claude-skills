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&lt;!--arch-style:title--&gt;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&lt;!--arch-style:section--&gt;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&lt;!--arch-style:content--&gt;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2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1520" y="109728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3F3F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Title Slide Main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2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1520" y="21031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50" dirty="0">
                <a:solidFill>
                  <a:srgbClr val="EFEFE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Section Divider</a:t>
            </a:r>
            <a:endParaRPr lang="en-US" sz="4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453542" cy="473659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0" y="0"/>
            <a:ext cx="453542" cy="4736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0" y="457200"/>
            <a:ext cx="9144000" cy="38405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6" name="Text 3"/>
          <p:cNvSpPr/>
          <p:nvPr/>
        </p:nvSpPr>
        <p:spPr>
          <a:xfrm>
            <a:off x="685800" y="0"/>
            <a:ext cx="8443570" cy="5724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Slide Title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48640" y="719633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Body text in approved font and size.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2026-06-21T06:27:53Z</dcterms:created>
  <dcterms:modified xsi:type="dcterms:W3CDTF">2026-06-21T06:27:53Z</dcterms:modified>
</cp:coreProperties>
</file>