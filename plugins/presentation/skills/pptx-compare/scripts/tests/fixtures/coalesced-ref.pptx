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alesced-body"/>
          <p:cNvSpPr txBox="1"/>
          <p:nvPr/>
        </p:nvSpPr>
        <p:spPr>
          <a:xfrm>
            <a:off x="914400" y="914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latin typeface="Arial"/>
              </a:rPr>
              <a:t>Alpha beta gamma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