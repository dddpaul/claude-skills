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alesced-body"/>
          <p:cNvSpPr txBox="1"/>
          <p:nvPr/>
        </p:nvSpPr>
        <p:spPr>
          <a:xfrm>
            <a:off x="914400" y="91440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latin typeface="Arial"/>
              </a:rPr>
              <a:t>Alpha </a:t>
            </a:r>
            <a:r>
              <a:rPr sz="1800" b="0">
                <a:latin typeface="Arial"/>
              </a:rPr>
              <a:t>beta </a:t>
            </a:r>
            <a:r>
              <a:rPr sz="1800" b="0">
                <a:latin typeface="Arial"/>
              </a:rPr>
              <a:t>gamma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