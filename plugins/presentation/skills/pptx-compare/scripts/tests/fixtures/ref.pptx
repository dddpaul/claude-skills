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85800" y="1828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Arial"/>
              </a:rPr>
              <a:t>Structural comparison</a:t>
            </a:r>
          </a:p>
        </p:txBody>
      </p:sp>
      <p:sp>
        <p:nvSpPr>
          <p:cNvPr id="3" name="body-box"/>
          <p:cNvSpPr/>
          <p:nvPr/>
        </p:nvSpPr>
        <p:spPr>
          <a:xfrm>
            <a:off x="548640" y="1097280"/>
            <a:ext cx="2743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